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thiệu: dự án biến ảnh mặt bằng tòa nhà thành bản đồ xúc giác in 3D được.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1097280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1345997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Shape 2"/>
          <p:cNvSpPr/>
          <p:nvPr/>
        </p:nvSpPr>
        <p:spPr>
          <a:xfrm>
            <a:off x="5760720" y="1594714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5" name="Shape 3"/>
          <p:cNvSpPr/>
          <p:nvPr/>
        </p:nvSpPr>
        <p:spPr>
          <a:xfrm>
            <a:off x="6009437" y="1097280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6" name="Shape 4"/>
          <p:cNvSpPr/>
          <p:nvPr/>
        </p:nvSpPr>
        <p:spPr>
          <a:xfrm>
            <a:off x="6009437" y="1345997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Shape 5"/>
          <p:cNvSpPr/>
          <p:nvPr/>
        </p:nvSpPr>
        <p:spPr>
          <a:xfrm>
            <a:off x="6009437" y="1594714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8" name="Shape 6"/>
          <p:cNvSpPr/>
          <p:nvPr/>
        </p:nvSpPr>
        <p:spPr>
          <a:xfrm>
            <a:off x="6327648" y="1097280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Shape 7"/>
          <p:cNvSpPr/>
          <p:nvPr/>
        </p:nvSpPr>
        <p:spPr>
          <a:xfrm>
            <a:off x="6327648" y="1345997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Shape 8"/>
          <p:cNvSpPr/>
          <p:nvPr/>
        </p:nvSpPr>
        <p:spPr>
          <a:xfrm>
            <a:off x="6327648" y="1594714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Shape 9"/>
          <p:cNvSpPr/>
          <p:nvPr/>
        </p:nvSpPr>
        <p:spPr>
          <a:xfrm>
            <a:off x="6576365" y="1097280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12" name="Shape 10"/>
          <p:cNvSpPr/>
          <p:nvPr/>
        </p:nvSpPr>
        <p:spPr>
          <a:xfrm>
            <a:off x="6576365" y="1345997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13" name="Shape 11"/>
          <p:cNvSpPr/>
          <p:nvPr/>
        </p:nvSpPr>
        <p:spPr>
          <a:xfrm>
            <a:off x="6576365" y="1594714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Shape 12"/>
          <p:cNvSpPr/>
          <p:nvPr/>
        </p:nvSpPr>
        <p:spPr>
          <a:xfrm>
            <a:off x="6894576" y="1097280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Shape 13"/>
          <p:cNvSpPr/>
          <p:nvPr/>
        </p:nvSpPr>
        <p:spPr>
          <a:xfrm>
            <a:off x="6894576" y="1345997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Shape 14"/>
          <p:cNvSpPr/>
          <p:nvPr/>
        </p:nvSpPr>
        <p:spPr>
          <a:xfrm>
            <a:off x="6894576" y="1594714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Shape 15"/>
          <p:cNvSpPr/>
          <p:nvPr/>
        </p:nvSpPr>
        <p:spPr>
          <a:xfrm>
            <a:off x="7143293" y="1097280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Shape 16"/>
          <p:cNvSpPr/>
          <p:nvPr/>
        </p:nvSpPr>
        <p:spPr>
          <a:xfrm>
            <a:off x="7143293" y="1345997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19" name="Shape 17"/>
          <p:cNvSpPr/>
          <p:nvPr/>
        </p:nvSpPr>
        <p:spPr>
          <a:xfrm>
            <a:off x="7143293" y="1594714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20" name="Shape 18"/>
          <p:cNvSpPr/>
          <p:nvPr/>
        </p:nvSpPr>
        <p:spPr>
          <a:xfrm>
            <a:off x="7461504" y="1097280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61504" y="1345997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22" name="Shape 20"/>
          <p:cNvSpPr/>
          <p:nvPr/>
        </p:nvSpPr>
        <p:spPr>
          <a:xfrm>
            <a:off x="7461504" y="1594714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23" name="Shape 21"/>
          <p:cNvSpPr/>
          <p:nvPr/>
        </p:nvSpPr>
        <p:spPr>
          <a:xfrm>
            <a:off x="7710221" y="1097280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Shape 22"/>
          <p:cNvSpPr/>
          <p:nvPr/>
        </p:nvSpPr>
        <p:spPr>
          <a:xfrm>
            <a:off x="7710221" y="1345997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5" name="Shape 23"/>
          <p:cNvSpPr/>
          <p:nvPr/>
        </p:nvSpPr>
        <p:spPr>
          <a:xfrm>
            <a:off x="7710221" y="1594714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Shape 24"/>
          <p:cNvSpPr/>
          <p:nvPr/>
        </p:nvSpPr>
        <p:spPr>
          <a:xfrm>
            <a:off x="8028432" y="1097280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7" name="Shape 25"/>
          <p:cNvSpPr/>
          <p:nvPr/>
        </p:nvSpPr>
        <p:spPr>
          <a:xfrm>
            <a:off x="8028432" y="1345997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8" name="Shape 26"/>
          <p:cNvSpPr/>
          <p:nvPr/>
        </p:nvSpPr>
        <p:spPr>
          <a:xfrm>
            <a:off x="8028432" y="1594714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7149" y="1097280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7149" y="1345997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31" name="Shape 29"/>
          <p:cNvSpPr/>
          <p:nvPr/>
        </p:nvSpPr>
        <p:spPr>
          <a:xfrm>
            <a:off x="8277149" y="1594714"/>
            <a:ext cx="155448" cy="1554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2" name="Shape 30"/>
          <p:cNvSpPr/>
          <p:nvPr/>
        </p:nvSpPr>
        <p:spPr>
          <a:xfrm>
            <a:off x="5760720" y="2103120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33" name="Shape 31"/>
          <p:cNvSpPr/>
          <p:nvPr/>
        </p:nvSpPr>
        <p:spPr>
          <a:xfrm>
            <a:off x="5760720" y="2351837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34" name="Shape 32"/>
          <p:cNvSpPr/>
          <p:nvPr/>
        </p:nvSpPr>
        <p:spPr>
          <a:xfrm>
            <a:off x="5760720" y="2600554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35" name="Shape 33"/>
          <p:cNvSpPr/>
          <p:nvPr/>
        </p:nvSpPr>
        <p:spPr>
          <a:xfrm>
            <a:off x="6009437" y="2103120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36" name="Shape 34"/>
          <p:cNvSpPr/>
          <p:nvPr/>
        </p:nvSpPr>
        <p:spPr>
          <a:xfrm>
            <a:off x="6009437" y="2600554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37" name="Shape 35"/>
          <p:cNvSpPr/>
          <p:nvPr/>
        </p:nvSpPr>
        <p:spPr>
          <a:xfrm>
            <a:off x="6327648" y="2103120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38" name="Shape 36"/>
          <p:cNvSpPr/>
          <p:nvPr/>
        </p:nvSpPr>
        <p:spPr>
          <a:xfrm>
            <a:off x="6576365" y="2103120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39" name="Shape 37"/>
          <p:cNvSpPr/>
          <p:nvPr/>
        </p:nvSpPr>
        <p:spPr>
          <a:xfrm>
            <a:off x="6576365" y="2351837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40" name="Shape 38"/>
          <p:cNvSpPr/>
          <p:nvPr/>
        </p:nvSpPr>
        <p:spPr>
          <a:xfrm>
            <a:off x="6576365" y="2600554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41" name="Shape 39"/>
          <p:cNvSpPr/>
          <p:nvPr/>
        </p:nvSpPr>
        <p:spPr>
          <a:xfrm>
            <a:off x="6894576" y="2103120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42" name="Shape 40"/>
          <p:cNvSpPr/>
          <p:nvPr/>
        </p:nvSpPr>
        <p:spPr>
          <a:xfrm>
            <a:off x="6894576" y="2351837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43" name="Shape 41"/>
          <p:cNvSpPr/>
          <p:nvPr/>
        </p:nvSpPr>
        <p:spPr>
          <a:xfrm>
            <a:off x="6894576" y="2600554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44" name="Shape 42"/>
          <p:cNvSpPr/>
          <p:nvPr/>
        </p:nvSpPr>
        <p:spPr>
          <a:xfrm>
            <a:off x="7143293" y="2103120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45" name="Shape 43"/>
          <p:cNvSpPr/>
          <p:nvPr/>
        </p:nvSpPr>
        <p:spPr>
          <a:xfrm>
            <a:off x="7461504" y="2103120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46" name="Shape 44"/>
          <p:cNvSpPr/>
          <p:nvPr/>
        </p:nvSpPr>
        <p:spPr>
          <a:xfrm>
            <a:off x="7461504" y="2351837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47" name="Shape 45"/>
          <p:cNvSpPr/>
          <p:nvPr/>
        </p:nvSpPr>
        <p:spPr>
          <a:xfrm>
            <a:off x="7461504" y="2600554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48" name="Shape 46"/>
          <p:cNvSpPr/>
          <p:nvPr/>
        </p:nvSpPr>
        <p:spPr>
          <a:xfrm>
            <a:off x="7710221" y="2600554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49" name="Shape 47"/>
          <p:cNvSpPr/>
          <p:nvPr/>
        </p:nvSpPr>
        <p:spPr>
          <a:xfrm>
            <a:off x="8028432" y="2103120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50" name="Shape 48"/>
          <p:cNvSpPr/>
          <p:nvPr/>
        </p:nvSpPr>
        <p:spPr>
          <a:xfrm>
            <a:off x="8028432" y="2351837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51" name="Shape 49"/>
          <p:cNvSpPr/>
          <p:nvPr/>
        </p:nvSpPr>
        <p:spPr>
          <a:xfrm>
            <a:off x="8277149" y="2351837"/>
            <a:ext cx="155448" cy="155448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4864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ĐỒ ÁN TỐT NGHIỆP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1280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đồ xúc giác</a:t>
            </a:r>
            <a:endParaRPr lang="en-US" sz="44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2286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ảnh mặt bằng đến bản đồ in 3D cho người khiếm thị — AI đọc bản vẽ, mã cố định đảm bảo chuẩn.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tốt nghiệp (capstone)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mới là nút thắt, không phải máy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Hiếm có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khiếm thị và thị lực kém hiếm khi có bản đồ xúc giác của tòa nhà trước khi đến nơi.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645920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94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Chậm &amp; chuyên sâu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9718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nhà thiết kế phải nghiên cứu tòa nhà và dàn trang bản đồ bằng tay.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645920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194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Máy in đã sẵn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9718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in 3D phổ thông đã làm được vật thể; thứ còn thiếu là bản thiết kế.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nhóm người, một tấm bản đồ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3F6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54480"/>
            <a:ext cx="128016" cy="128016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59306"/>
            <a:ext cx="128016" cy="128016"/>
          </a:xfrm>
          <a:prstGeom prst="ellipse">
            <a:avLst/>
          </a:prstGeom>
          <a:solidFill>
            <a:srgbClr val="D5DDE1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964131"/>
            <a:ext cx="128016" cy="128016"/>
          </a:xfrm>
          <a:prstGeom prst="ellipse">
            <a:avLst/>
          </a:prstGeom>
          <a:solidFill>
            <a:srgbClr val="D5DDE1"/>
          </a:solidFill>
          <a:ln/>
        </p:spPr>
      </p:sp>
      <p:sp>
        <p:nvSpPr>
          <p:cNvPr id="8" name="Shape 6"/>
          <p:cNvSpPr/>
          <p:nvPr/>
        </p:nvSpPr>
        <p:spPr>
          <a:xfrm>
            <a:off x="982066" y="1554480"/>
            <a:ext cx="128016" cy="128016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9" name="Shape 7"/>
          <p:cNvSpPr/>
          <p:nvPr/>
        </p:nvSpPr>
        <p:spPr>
          <a:xfrm>
            <a:off x="982066" y="1759306"/>
            <a:ext cx="128016" cy="128016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10" name="Shape 8"/>
          <p:cNvSpPr/>
          <p:nvPr/>
        </p:nvSpPr>
        <p:spPr>
          <a:xfrm>
            <a:off x="982066" y="1964131"/>
            <a:ext cx="128016" cy="128016"/>
          </a:xfrm>
          <a:prstGeom prst="ellipse">
            <a:avLst/>
          </a:prstGeom>
          <a:solidFill>
            <a:srgbClr val="D5DDE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tạo bản đồ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1488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hỗ trợ tiếp cận tại thư viện, bảo tàng, trường học, văn phòng.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788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ảnh mặt bằng lên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&amp; sửa kết quả AI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file STL và in 3D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3F6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83480" y="1554480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Shape 14"/>
          <p:cNvSpPr/>
          <p:nvPr/>
        </p:nvSpPr>
        <p:spPr>
          <a:xfrm>
            <a:off x="4983480" y="1759306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Shape 15"/>
          <p:cNvSpPr/>
          <p:nvPr/>
        </p:nvSpPr>
        <p:spPr>
          <a:xfrm>
            <a:off x="4983480" y="1964131"/>
            <a:ext cx="128016" cy="128016"/>
          </a:xfrm>
          <a:prstGeom prst="ellipse">
            <a:avLst/>
          </a:prstGeom>
          <a:solidFill>
            <a:srgbClr val="D5DDE1"/>
          </a:solidFill>
          <a:ln/>
        </p:spPr>
      </p:sp>
      <p:sp>
        <p:nvSpPr>
          <p:cNvPr id="18" name="Shape 16"/>
          <p:cNvSpPr/>
          <p:nvPr/>
        </p:nvSpPr>
        <p:spPr>
          <a:xfrm>
            <a:off x="5188306" y="1554480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Shape 17"/>
          <p:cNvSpPr/>
          <p:nvPr/>
        </p:nvSpPr>
        <p:spPr>
          <a:xfrm>
            <a:off x="5188306" y="1759306"/>
            <a:ext cx="128016" cy="128016"/>
          </a:xfrm>
          <a:prstGeom prst="ellipse">
            <a:avLst/>
          </a:prstGeom>
          <a:solidFill>
            <a:srgbClr val="D5DDE1"/>
          </a:solidFill>
          <a:ln/>
        </p:spPr>
      </p:sp>
      <p:sp>
        <p:nvSpPr>
          <p:cNvPr id="20" name="Shape 18"/>
          <p:cNvSpPr/>
          <p:nvPr/>
        </p:nvSpPr>
        <p:spPr>
          <a:xfrm>
            <a:off x="5188306" y="1964131"/>
            <a:ext cx="128016" cy="128016"/>
          </a:xfrm>
          <a:prstGeom prst="ellipse">
            <a:avLst/>
          </a:prstGeom>
          <a:solidFill>
            <a:srgbClr val="D5DDE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3212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đọc bản đồ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21488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khiếm thị hoặc thị lực kém.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2788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tường nổi bằng ngón tay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ra ký hiệu: cầu thang, thang máy, lối vào, nhà vệ sinh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mã braille của từng phòng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HOẠT ĐỘNG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Năm bước từ ảnh đến tấm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17904" cy="283464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1B2B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8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CỐ ĐỊNH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Tải lên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197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gửi ảnh, backend chạy agent ở nền; web hỏi lại mỗi 2 giây.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30552" y="1371600"/>
            <a:ext cx="1517904" cy="283464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13432" y="1554480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313432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313432" y="214884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đọc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313432" y="2651760"/>
            <a:ext cx="1197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lần gọi AI đa phương thức → JSON có độ tin cậy → FloorModel.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03904" y="1371600"/>
            <a:ext cx="1517904" cy="283464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86784" y="1554480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986784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986784" y="214884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 &amp; sửa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986784" y="2651760"/>
            <a:ext cx="1197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&lt; 70% tin cậy tô hổ phách. Sửa tay hoặc ra lệnh cho agent sửa.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77256" y="1371600"/>
            <a:ext cx="1517904" cy="283464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0136" y="1554480"/>
            <a:ext cx="411480" cy="411480"/>
          </a:xfrm>
          <a:prstGeom prst="ellipse">
            <a:avLst/>
          </a:prstGeom>
          <a:solidFill>
            <a:srgbClr val="1B2B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0136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135624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8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CỐ ĐỊNH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60136" y="214884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Chuyển đổi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660136" y="2651760"/>
            <a:ext cx="1197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thuần (không AI) dựng tấm 200×200 mm theo chuẩn, kèm cảnh báo.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50608" y="1371600"/>
            <a:ext cx="1517904" cy="283464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33488" y="1554480"/>
            <a:ext cx="411480" cy="411480"/>
          </a:xfrm>
          <a:prstGeom prst="ellipse">
            <a:avLst/>
          </a:prstGeom>
          <a:solidFill>
            <a:srgbClr val="1B2B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33488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808976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8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CỐ ĐỊNH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333488" y="214884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Xem 3D &amp; xuất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333488" y="2651760"/>
            <a:ext cx="1197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chính file STL bằng three.js; tải tấm bản đồ + tấm chú giải.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pPr algn="ctr" indent="0" marL="0">
              <a:buNone/>
            </a:pPr>
            <a:r>
              <a:rPr lang="en-US" sz="1300" dirty="0">
                <a:solidFill>
                  <a:srgbClr val="2E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2E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FloorModel (JSON)</a:t>
            </a:r>
            <a:pPr algn="ctr" indent="0" marL="0">
              <a:buNone/>
            </a:pPr>
            <a:r>
              <a:rPr lang="en-US" sz="1300" dirty="0">
                <a:solidFill>
                  <a:srgbClr val="2E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2E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</a:t>
            </a:r>
            <a:pPr algn="ctr" indent="0" marL="0">
              <a:buNone/>
            </a:pPr>
            <a:r>
              <a:rPr lang="en-US" sz="1300" dirty="0">
                <a:solidFill>
                  <a:srgbClr val="2E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máy in 3D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THIẾT KẾ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đề xuất, mã cố định quyết định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chỉ đọc bản vẽ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tường, cửa, phòng, ký hiệu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độ tin cậy 0..1 cho từng phần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đọc hoặc sửa FloorModel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sai → con người kiểm tra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3A8D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325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 cố định đảm bảo chuẩn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1031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thước, khoảng cách, chiều cao chấm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Hằng số trong apps/api/src/tactile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BANA 2022 và ADA §703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CE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được, không “ảo giác”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không thể âm thầm tạo ra một bản đồ không đọc được.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TRUNG TÂM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FloorModel: một định dạng cho mọi phần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0" cy="2514600"/>
          </a:xfrm>
          <a:prstGeom prst="roundRect">
            <a:avLst>
              <a:gd name="adj" fmla="val 2909"/>
            </a:avLst>
          </a:prstGeom>
          <a:solidFill>
            <a:srgbClr val="1B2B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FloorModel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title, widthPx, heightPx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walls:    [{ id, a, b, confidence }]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doors:    [{ id, at, width, confidence }]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rooms:    [{ id, polygon, label, confidence }]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features: [{ id, kind, at, confidence }]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 ∈ stairs | elevator | entrance | restroom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REVIEW_THRESHOLD = 0.7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86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packages/shared/src/floor-model.ts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Toạ độ theo pixel của ảnh (gốc trên-trái). Kiểm tra bằng Zod; web, backend và agent đều dùng chung. Muốn đổi định dạng thì đổi ở đây trước.</a:t>
            </a:r>
            <a:endParaRPr lang="en-US" sz="1200" dirty="0"/>
          </a:p>
        </p:txBody>
      </p:sp>
      <p:pic>
        <p:nvPicPr>
          <p:cNvPr id="7" name="Image 0" descr="C:\Users\thanh\Documents\capstone-starter\apps\web\public\gallery\office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234440"/>
            <a:ext cx="3337560" cy="2505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49240" y="3794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phòng mẫu — ảnh đầu vào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AGENT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agent, phạm vi rất hẹp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81328"/>
            <a:ext cx="100584" cy="100584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642262"/>
            <a:ext cx="100584" cy="100584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03197"/>
            <a:ext cx="100584" cy="100584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8" name="Shape 6"/>
          <p:cNvSpPr/>
          <p:nvPr/>
        </p:nvSpPr>
        <p:spPr>
          <a:xfrm>
            <a:off x="846734" y="1481328"/>
            <a:ext cx="100584" cy="100584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9" name="Shape 7"/>
          <p:cNvSpPr/>
          <p:nvPr/>
        </p:nvSpPr>
        <p:spPr>
          <a:xfrm>
            <a:off x="846734" y="1642262"/>
            <a:ext cx="100584" cy="100584"/>
          </a:xfrm>
          <a:prstGeom prst="ellipse">
            <a:avLst/>
          </a:prstGeom>
          <a:solidFill>
            <a:srgbClr val="D5DDE1"/>
          </a:solidFill>
          <a:ln/>
        </p:spPr>
      </p:sp>
      <p:sp>
        <p:nvSpPr>
          <p:cNvPr id="10" name="Shape 8"/>
          <p:cNvSpPr/>
          <p:nvPr/>
        </p:nvSpPr>
        <p:spPr>
          <a:xfrm>
            <a:off x="846734" y="1803197"/>
            <a:ext cx="100584" cy="100584"/>
          </a:xfrm>
          <a:prstGeom prst="ellipse">
            <a:avLst/>
          </a:prstGeom>
          <a:solidFill>
            <a:srgbClr val="D5DDE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đọc</a:t>
            </a:r>
            <a:pPr indent="0" marL="0">
              <a:buNone/>
            </a:pPr>
            <a:r>
              <a:rPr lang="en-US" sz="1000" dirty="0">
                <a:solidFill>
                  <a:srgbClr val="3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agents/parser.ts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645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→ FloorModel. Một lần gọi mô hình đa phương thức với prompt chi tiết; normalize.ts làm sạch JSON trả về.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578608"/>
            <a:ext cx="100584" cy="100584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739542"/>
            <a:ext cx="100584" cy="100584"/>
          </a:xfrm>
          <a:prstGeom prst="ellipse">
            <a:avLst/>
          </a:prstGeom>
          <a:solidFill>
            <a:srgbClr val="D5DDE1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900477"/>
            <a:ext cx="100584" cy="100584"/>
          </a:xfrm>
          <a:prstGeom prst="ellipse">
            <a:avLst/>
          </a:prstGeom>
          <a:solidFill>
            <a:srgbClr val="D5DDE1"/>
          </a:solidFill>
          <a:ln/>
        </p:spPr>
      </p:sp>
      <p:sp>
        <p:nvSpPr>
          <p:cNvPr id="17" name="Shape 15"/>
          <p:cNvSpPr/>
          <p:nvPr/>
        </p:nvSpPr>
        <p:spPr>
          <a:xfrm>
            <a:off x="846734" y="2578608"/>
            <a:ext cx="100584" cy="100584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18" name="Shape 16"/>
          <p:cNvSpPr/>
          <p:nvPr/>
        </p:nvSpPr>
        <p:spPr>
          <a:xfrm>
            <a:off x="846734" y="2739542"/>
            <a:ext cx="100584" cy="100584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19" name="Shape 17"/>
          <p:cNvSpPr/>
          <p:nvPr/>
        </p:nvSpPr>
        <p:spPr>
          <a:xfrm>
            <a:off x="846734" y="2900477"/>
            <a:ext cx="100584" cy="100584"/>
          </a:xfrm>
          <a:prstGeom prst="ellipse">
            <a:avLst/>
          </a:prstGeom>
          <a:solidFill>
            <a:srgbClr val="D5DDE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8872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sửa</a:t>
            </a:r>
            <a:pPr indent="0" marL="0">
              <a:buNone/>
            </a:pPr>
            <a:r>
              <a:rPr lang="en-US" sz="1000" dirty="0">
                <a:solidFill>
                  <a:srgbClr val="3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agents/editor.ts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2743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lệnh + FloorModel → FloorModel. Ví dụ: “thêm một cửa giữa sảnh và hành lang”.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3675888"/>
            <a:ext cx="100584" cy="100584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3836822"/>
            <a:ext cx="100584" cy="100584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997757"/>
            <a:ext cx="100584" cy="100584"/>
          </a:xfrm>
          <a:prstGeom prst="ellipse">
            <a:avLst/>
          </a:prstGeom>
          <a:solidFill>
            <a:srgbClr val="D5DDE1"/>
          </a:solidFill>
          <a:ln/>
        </p:spPr>
      </p:sp>
      <p:sp>
        <p:nvSpPr>
          <p:cNvPr id="26" name="Shape 24"/>
          <p:cNvSpPr/>
          <p:nvPr/>
        </p:nvSpPr>
        <p:spPr>
          <a:xfrm>
            <a:off x="846734" y="3675888"/>
            <a:ext cx="100584" cy="100584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27" name="Shape 25"/>
          <p:cNvSpPr/>
          <p:nvPr/>
        </p:nvSpPr>
        <p:spPr>
          <a:xfrm>
            <a:off x="846734" y="3836822"/>
            <a:ext cx="100584" cy="100584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28" name="Shape 26"/>
          <p:cNvSpPr/>
          <p:nvPr/>
        </p:nvSpPr>
        <p:spPr>
          <a:xfrm>
            <a:off x="846734" y="3997757"/>
            <a:ext cx="100584" cy="100584"/>
          </a:xfrm>
          <a:prstGeom prst="ellipse">
            <a:avLst/>
          </a:prstGeom>
          <a:solidFill>
            <a:srgbClr val="D5DDE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8872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Nhà cung cấp</a:t>
            </a:r>
            <a:pPr indent="0" marL="0">
              <a:buNone/>
            </a:pPr>
            <a:r>
              <a:rPr lang="en-US" sz="1000" dirty="0">
                <a:solidFill>
                  <a:srgbClr val="3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agents/llm.ts · models.ts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3840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(mặc định) hoặc OpenRouter. Danh sách mô hình kèm giá được backend kiểm soát — không chọn được mô hình đắt bằng cách sửa web.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17920" y="1234440"/>
            <a:ext cx="2468880" cy="3154680"/>
          </a:xfrm>
          <a:prstGeom prst="roundRect">
            <a:avLst>
              <a:gd name="adj" fmla="val 2963"/>
            </a:avLst>
          </a:prstGeom>
          <a:solidFill>
            <a:srgbClr val="1B2B3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17920" y="1463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70%</a:t>
            </a:r>
            <a:endParaRPr lang="en-US" sz="40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tin cậy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nào AI không chắc sẽ được tô màu hổ phách trong trình chỉnh sửa, nghĩa là “cần kiểm tra”.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XÚC GIÁC (TACTILE/CONVERT.TS)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con số được cố định trong mã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8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200×200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— khổ tấm in, vừa bàn in phổ thông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— chiều cao tường nổi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— chiều cao ký hiệu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— chiều cao chấm braille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834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74720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5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— độ rộng khoảng hở cửa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834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3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— khoảng trống giữa các ký hiệu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BANA 2022 (đồ họa xúc giác) và ADA §703 (braille). Mỗi phòng có một mã braille ngắn; vi phạm quy tắc được liệt kê thành cảnh báo.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Monorepo Bun: web, API và gói dùng chung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481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Trang web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4708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cổng 3000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chỉnh sửa canvas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3D bằng three.js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lib/api.ts gọi backend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1B2B3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20440" y="1481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84708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+ Hono · cổng 3003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routes/projects.ts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 · tactile/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agent ở nền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2A54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1207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AI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5727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hoặc OpenRouter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3774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2487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+ Drizzle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8529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“projects” · ảnh tải lên trên đĩa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52928" y="2240280"/>
            <a:ext cx="512064" cy="0"/>
          </a:xfrm>
          <a:prstGeom prst="line">
            <a:avLst/>
          </a:prstGeom>
          <a:noFill/>
          <a:ln w="19050">
            <a:solidFill>
              <a:srgbClr val="2E4552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5779008" y="1627632"/>
            <a:ext cx="512064" cy="457200"/>
          </a:xfrm>
          <a:prstGeom prst="line">
            <a:avLst/>
          </a:prstGeom>
          <a:noFill/>
          <a:ln w="19050">
            <a:solidFill>
              <a:srgbClr val="2E4552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79008" y="2423160"/>
            <a:ext cx="512064" cy="457200"/>
          </a:xfrm>
          <a:prstGeom prst="line">
            <a:avLst/>
          </a:prstGeom>
          <a:noFill/>
          <a:ln w="19050">
            <a:solidFill>
              <a:srgbClr val="2E4552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361188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DCEB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657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packages/shared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FloorModel + kiểu Project — cả web và API cùng import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hai ứng dụng có Dockerfile; máy chủ API cần ổ đĩa lâu dài cho DATABASE_PATH và UPLOADS_DIR.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endpoint chính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834640"/>
                <a:gridCol w="4297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Phương thức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Đường dẫn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Chức năng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9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/projects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Tải ảnh lên và chạy agent đọc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9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/projects/sample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Tạo bản đồ từ văn phòng mẫu (không cần khóa AI)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8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/projects/:id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Một bản đồ: FloorModel và trạng thái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9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/projects/:id/model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Lưu FloorModel đã chỉnh sửa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9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/projects/:id/edit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sửa: { "instruction": "..." 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8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/projects/:id/tactile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Chú giải braille và cảnh báo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8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/projects/:id/map.stl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Tấm bản đồ (?download=1 để tải về)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8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/projects/:id/legend.stl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4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Tấm chú giải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ra: GET /models, GET /projects, DELETE /projects/:id, GET /projects/:id/image, POST /projects/:id/parse.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THỬ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máy trống đến bản đồ đầu tiên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07592"/>
            <a:ext cx="411480" cy="411480"/>
          </a:xfrm>
          <a:prstGeom prst="ellipse">
            <a:avLst/>
          </a:prstGeom>
          <a:solidFill>
            <a:srgbClr val="1B2B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560" y="123444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1B2B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1234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 run setup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234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mọi thứ và tạo các file .env (cần Bun ≥ 1.3).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1B2B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1560" y="201168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1B2B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 run dev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011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động web (3000) và backend (3003).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62072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862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1560" y="278892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8872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Dùng thử văn phòng mẫu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788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localhost:3000/maps — xem toàn bộ quy trình không cần khóa AI.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411480" cy="411480"/>
          </a:xfrm>
          <a:prstGeom prst="ellipse">
            <a:avLst/>
          </a:prstGeom>
          <a:solidFill>
            <a:srgbClr val="1B2B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639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51560" y="356616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1B2B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88720" y="3566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GEMINI_API_KEY=...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35661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vào apps/api/.env rồi khởi động lại để đọc mặt bằng của bạn.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nằm phẳng, đầu phun 0,4 mm, không cần giá đỡ. Kiểm tra mã: bun run typecheck · bun run lint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Cố ý lược bỏ — để mở rộng sau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0759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83157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58722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7" name="Shape 5"/>
          <p:cNvSpPr/>
          <p:nvPr/>
        </p:nvSpPr>
        <p:spPr>
          <a:xfrm>
            <a:off x="632765" y="1307592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8" name="Shape 6"/>
          <p:cNvSpPr/>
          <p:nvPr/>
        </p:nvSpPr>
        <p:spPr>
          <a:xfrm>
            <a:off x="632765" y="1483157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9" name="Shape 7"/>
          <p:cNvSpPr/>
          <p:nvPr/>
        </p:nvSpPr>
        <p:spPr>
          <a:xfrm>
            <a:off x="632765" y="1658722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phản biện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15819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FloorModel với ảnh gốc, yêu cầu agent đọc sửa.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34717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10282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15" name="Shape 13"/>
          <p:cNvSpPr/>
          <p:nvPr/>
        </p:nvSpPr>
        <p:spPr>
          <a:xfrm>
            <a:off x="632765" y="2359152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765" y="2534717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2765" y="2710282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 vào phong phú hơn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6334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PDF, đồ nội thất, lối đi và đường sá.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41071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86277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761842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23" name="Shape 21"/>
          <p:cNvSpPr/>
          <p:nvPr/>
        </p:nvSpPr>
        <p:spPr>
          <a:xfrm>
            <a:off x="632765" y="341071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Shape 22"/>
          <p:cNvSpPr/>
          <p:nvPr/>
        </p:nvSpPr>
        <p:spPr>
          <a:xfrm>
            <a:off x="632765" y="3586277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2765" y="3761842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Nhiều tấm in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36850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tòa nhà lớn thành nhiều tấm 200×200 mm.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63440" y="130759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1483157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30" name="Shape 28"/>
          <p:cNvSpPr/>
          <p:nvPr/>
        </p:nvSpPr>
        <p:spPr>
          <a:xfrm>
            <a:off x="4663440" y="1658722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31" name="Shape 29"/>
          <p:cNvSpPr/>
          <p:nvPr/>
        </p:nvSpPr>
        <p:spPr>
          <a:xfrm>
            <a:off x="4839005" y="130759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2" name="Shape 30"/>
          <p:cNvSpPr/>
          <p:nvPr/>
        </p:nvSpPr>
        <p:spPr>
          <a:xfrm>
            <a:off x="4839005" y="1483157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3" name="Shape 31"/>
          <p:cNvSpPr/>
          <p:nvPr/>
        </p:nvSpPr>
        <p:spPr>
          <a:xfrm>
            <a:off x="4839005" y="1658722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16636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Tự sửa vi phạm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166360" y="15819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tự di chuyển mã braille không vừa chỗ.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663440" y="235915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7" name="Shape 35"/>
          <p:cNvSpPr/>
          <p:nvPr/>
        </p:nvSpPr>
        <p:spPr>
          <a:xfrm>
            <a:off x="4663440" y="2534717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38" name="Shape 36"/>
          <p:cNvSpPr/>
          <p:nvPr/>
        </p:nvSpPr>
        <p:spPr>
          <a:xfrm>
            <a:off x="4663440" y="2710282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39" name="Shape 37"/>
          <p:cNvSpPr/>
          <p:nvPr/>
        </p:nvSpPr>
        <p:spPr>
          <a:xfrm>
            <a:off x="4839005" y="2359152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40" name="Shape 38"/>
          <p:cNvSpPr/>
          <p:nvPr/>
        </p:nvSpPr>
        <p:spPr>
          <a:xfrm>
            <a:off x="4839005" y="2534717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1" name="Shape 39"/>
          <p:cNvSpPr/>
          <p:nvPr/>
        </p:nvSpPr>
        <p:spPr>
          <a:xfrm>
            <a:off x="4839005" y="2710282"/>
            <a:ext cx="109728" cy="109728"/>
          </a:xfrm>
          <a:prstGeom prst="ellipse">
            <a:avLst/>
          </a:prstGeom>
          <a:solidFill>
            <a:srgbClr val="E3E9E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16636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khoản người dùng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5166360" y="26334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Google đã nối sẵn trong auth.ts nhưng chưa dùng.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lại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Ảnh mặt bằng sạch → bản đồ in được, không cần CAD thủ công.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182880" cy="1828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phần AI không chắc đều được đánh dấu để kiểm tra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182880" cy="182880"/>
          </a:xfrm>
          <a:prstGeom prst="ellipse">
            <a:avLst/>
          </a:prstGeom>
          <a:solidFill>
            <a:srgbClr val="3A8D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Tấm xuất ra luôn tuân thủ chuẩn xúc giác cố định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82880" cy="182880"/>
          </a:xfrm>
          <a:prstGeom prst="ellipse">
            <a:avLst/>
          </a:prstGeom>
          <a:solidFill>
            <a:srgbClr val="C9D6D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nguồn nhỏ, rõ ràng — dùng được như tài liệu học tập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ơn!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863840" y="4069080"/>
            <a:ext cx="137160" cy="1371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4288536"/>
            <a:ext cx="137160" cy="1371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4507992"/>
            <a:ext cx="137160" cy="137160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14" name="Shape 12"/>
          <p:cNvSpPr/>
          <p:nvPr/>
        </p:nvSpPr>
        <p:spPr>
          <a:xfrm>
            <a:off x="8083296" y="4069080"/>
            <a:ext cx="137160" cy="137160"/>
          </a:xfrm>
          <a:prstGeom prst="ellipse">
            <a:avLst/>
          </a:prstGeom>
          <a:solidFill>
            <a:srgbClr val="2E455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83296" y="4288536"/>
            <a:ext cx="137160" cy="1371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Shape 14"/>
          <p:cNvSpPr/>
          <p:nvPr/>
        </p:nvSpPr>
        <p:spPr>
          <a:xfrm>
            <a:off x="8083296" y="4507992"/>
            <a:ext cx="137160" cy="137160"/>
          </a:xfrm>
          <a:prstGeom prst="ellipse">
            <a:avLst/>
          </a:prstGeom>
          <a:solidFill>
            <a:srgbClr val="2E455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 đồ xúc giác – Capstone</dc:title>
  <dc:subject>PptxGenJS Presentation</dc:subject>
  <dc:creator>PptxGenJS</dc:creator>
  <cp:lastModifiedBy>PptxGenJS</cp:lastModifiedBy>
  <cp:revision>1</cp:revision>
  <dcterms:created xsi:type="dcterms:W3CDTF">2026-10-01T18:08:36Z</dcterms:created>
  <dcterms:modified xsi:type="dcterms:W3CDTF">2026-10-01T18:08:36Z</dcterms:modified>
</cp:coreProperties>
</file>